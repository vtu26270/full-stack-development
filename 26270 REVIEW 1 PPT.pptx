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Arial Black" panose="020B0A04020102020204" pitchFamily="34" charset="0"/>
      <p:bold r:id="rId17"/>
    </p:embeddedFon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-115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04-03-2026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475138" y="5968439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33CC"/>
                </a:solidFill>
                <a:latin typeface="Arial Black" panose="020B0A04020102020204" pitchFamily="34" charset="0"/>
              </a:rPr>
              <a:t>End-to-End Event Lifecycle &amp; Ticketing Platform</a:t>
            </a:r>
            <a:endParaRPr lang="en-IN" sz="3200" b="1" dirty="0">
              <a:solidFill>
                <a:srgbClr val="0033CC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S.Swamy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reddy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VTU26270 – Reg.No.23UECS0500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M.Mageshwari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M.E.PH.D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57440" y="24116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19EFFD-A2C3-B404-3AE7-F5FF8EDAF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667152"/>
            <a:ext cx="15600718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Problem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organizers often rely on fragmented tools for promotion, ticketing, payments, and check-ins, leading to inefficiencies and data silos across the event lifecycle.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 Is Important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platform streamlines planning, sales, and post-event analytics in one integrated system, reducing operational complexity and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Relevance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global conferences like TED events to large-scale festivals such as Coachella Valley Music and Arts Festival, organizers need scalable, secure, and user-friendly ticketing solutions.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Brief Overview of the System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manages event creation, marketing, ticket sales, secure payments, QR-based check-ins, real-time dashboards, and attendee engagement in a centralized web and mobile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-381000" y="43508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40EE3B-3C7D-A42E-7B30-DAF5D91C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82506"/>
            <a:ext cx="1569720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current event industry, organizers depend on multiple disconnected platforms for registration, ticketing, payments, and attendee management.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fragmentation creates data silos, operational delays, and higher chances of errors.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 and on-site ticket validation often cause long queues and poor attendee experience.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analytics restrict organizers from making informed decisions during events.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 such as ticket duplication and payment fraud further complicate operations.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and mid-scale organizers especially struggle with cost-effective, scalable solutions.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unified, automated End-to-End Event Lifecycle &amp; Ticketing Platform.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 system would improve efficiency, accuracy, transparency, and overall event management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3636502" y="3202386"/>
            <a:ext cx="13868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50F509-D9F5-3B71-FE03-2CC2BA969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1" y="1380364"/>
            <a:ext cx="1386840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secure, scalable End-to-End Event Lifecycle &amp; Ticketing Platform integrating event creation, ticket sales, payments, and attendee management in a single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real-time analytics and automated QR-based validation to improve operational efficiency and reduce check-in time by at least 40%.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CE1DB6-8445-D4AF-10CE-E9C9D328990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86001" y="4709914"/>
            <a:ext cx="13868399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system’s performance in terms of transaction accuracy, system response time, and user satisfaction, ensuring at least 99% payment reliability and high usability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8CDA45-4AE7-C60A-1BF5-C346D95FD52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209800" y="1580148"/>
            <a:ext cx="14859000" cy="7048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unified web and mobile platform integrating event creation, ticketing, secure payments, marketing, and attendee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fragmented tools by centralizing all event lifecycle processes into a single database and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QR-code generation and real-time validation reduce manual verification and long check-in queues.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Built-in real-time analytics enable organizers to track ticket sales, revenue, and attendance instantly.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payment gateway integration minimizes fraud and ensures reliable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architecture ensures scalability for small, mid-scale, and large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enhances data security and administrative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to existing systems, it offers end-to-end automation, improved accuracy, reduced operational cost, and better user experience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 flipV="1">
            <a:off x="4660678" y="6901279"/>
            <a:ext cx="1263144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123" name="Picture 3" descr="DeTi: A Decentralized Ticketing Management Platform | Journal of ...">
            <a:extLst>
              <a:ext uri="{FF2B5EF4-FFF2-40B4-BE49-F238E27FC236}">
                <a16:creationId xmlns:a16="http://schemas.microsoft.com/office/drawing/2014/main" id="{EAD64190-D326-F955-6867-627E3E8A9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1987112"/>
            <a:ext cx="7901243" cy="772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7FB8FF48-D1DC-69C9-57DA-0B4FA2FF481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2439773"/>
            <a:ext cx="6857999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(Text Representation)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registrations, event details, ticket selections, payment information, and admin configurations.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authentication, ticket generation (QR codes), payment verification, seat allocation, data validation, and real-time analytics computation.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user profiles, event details, ticket records, transaction logs, and attendance data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E-tickets with QR codes, payment confirmations, sales reports, analytics dashboards, and check-in status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pPr marL="457200" indent="-457200">
              <a:buFontTx/>
              <a:buChar char="-"/>
            </a:pPr>
            <a:endParaRPr lang="en-US" sz="1400" dirty="0"/>
          </a:p>
          <a:p>
            <a:pPr marL="457200" indent="-457200">
              <a:buFontTx/>
              <a:buChar char="-"/>
            </a:pPr>
            <a:endParaRPr lang="en-US" sz="1400" dirty="0"/>
          </a:p>
          <a:p>
            <a:pPr marL="457200" indent="-457200">
              <a:buFontTx/>
              <a:buChar char="-"/>
            </a:pPr>
            <a:endParaRPr lang="en-US" sz="1400" dirty="0"/>
          </a:p>
          <a:p>
            <a:pPr marL="457200" indent="-457200">
              <a:buFontTx/>
              <a:buChar char="-"/>
            </a:pPr>
            <a:endParaRPr lang="en-US" sz="1400" dirty="0"/>
          </a:p>
          <a:p>
            <a:pPr marL="457200" indent="-457200">
              <a:buFontTx/>
              <a:buChar char="-"/>
            </a:pPr>
            <a:endParaRPr lang="en-US" sz="1400" dirty="0"/>
          </a:p>
          <a:p>
            <a:pPr marL="457200" indent="-457200">
              <a:buFontTx/>
              <a:buChar char="-"/>
            </a:pPr>
            <a:endParaRPr lang="en-US" sz="1400" dirty="0"/>
          </a:p>
          <a:p>
            <a:pPr marL="457200" indent="-457200">
              <a:buFontTx/>
              <a:buChar char="-"/>
            </a:pPr>
            <a:endParaRPr lang="en-US" sz="1400" dirty="0"/>
          </a:p>
          <a:p>
            <a:pPr marL="457200" indent="-457200">
              <a:buFontTx/>
              <a:buChar char="-"/>
            </a:pPr>
            <a:endParaRPr lang="en-IN" sz="1400" dirty="0"/>
          </a:p>
        </p:txBody>
      </p:sp>
      <p:sp>
        <p:nvSpPr>
          <p:cNvPr id="2" name="AutoShape 2" descr="DFD - Level 1 - Create Event &amp; Manage Event [classic] | Creately">
            <a:extLst>
              <a:ext uri="{FF2B5EF4-FFF2-40B4-BE49-F238E27FC236}">
                <a16:creationId xmlns:a16="http://schemas.microsoft.com/office/drawing/2014/main" id="{253E58C6-F638-C20D-28F8-2A09873BFB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57800" y="1257300"/>
            <a:ext cx="40386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DFD - Level 1 - Create Event &amp; Manage Event [classic] | Creately">
            <a:extLst>
              <a:ext uri="{FF2B5EF4-FFF2-40B4-BE49-F238E27FC236}">
                <a16:creationId xmlns:a16="http://schemas.microsoft.com/office/drawing/2014/main" id="{970961C7-B686-E257-14DD-4FF6B1C55C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9AD17C-8B83-FA10-8301-FBC0DF0290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942" y="1459202"/>
            <a:ext cx="11273458" cy="75704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A468059-A994-34E3-D9DF-B031C0415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3647275-E866-1140-9BE8-4189B694F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254849"/>
            <a:ext cx="14325600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– End-to-End Event Lifecycle &amp; Ticketing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Frontend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(Mobile App)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Tailwind 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Backend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Redis (Caching &amp; Seat Locking)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Payment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Stripe / PayPal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DevOps &amp; Cloud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/ Azure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CI/CD Pipelines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7AFAEC4-CF69-91BD-33C7-CB1A2F368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D992A5-3216-6040-C350-F3595573C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FDA0CA-13B8-E528-89D0-500AC8115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692173"/>
            <a:ext cx="14823478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&amp; Authentication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role-based access (Admin, Organizer, Attendee), profile management, and secure authentication using JWT/OAuth.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organizers to create, update, publish, and manage events including venue details, schedules, ticket types, pricing, and seat allocation.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3: Ticketing &amp; Payment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Manages ticket booking, real-time seat locking, secure payment integration, order confirmation, QR code generation, refunds, and cancellations.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4: Analytics &amp; Reporting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sales reports, revenue tracking, attendee insights, event performance metrics, and dashboard analytics for organizers and admins.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FF469-8206-8B70-5541-00BD0BAC0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18288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F54880-076E-5CC9-5733-35BB3A8F7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8933" y="2475170"/>
            <a:ext cx="16342231" cy="594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1542490" y="1361556"/>
            <a:ext cx="2008101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6" name="Picture 2" descr="Free Custom Digital Event Ticket Templates to Drive Sales">
            <a:extLst>
              <a:ext uri="{FF2B5EF4-FFF2-40B4-BE49-F238E27FC236}">
                <a16:creationId xmlns:a16="http://schemas.microsoft.com/office/drawing/2014/main" id="{0C25841A-245C-B5FD-7250-D2E83AE2E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733" y="1461117"/>
            <a:ext cx="14644075" cy="83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9ABCF-EC76-8A3E-DE56-C8F27DE745A6}"/>
              </a:ext>
            </a:extLst>
          </p:cNvPr>
          <p:cNvSpPr txBox="1"/>
          <p:nvPr/>
        </p:nvSpPr>
        <p:spPr>
          <a:xfrm>
            <a:off x="1821094" y="1349675"/>
            <a:ext cx="19109835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🎟️ End-to-End Event Management (creation to check-in)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💳 Secure Online Payments &amp; Automated Ticketing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Real-Time Seat Booking &amp; Availability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Analytics &amp; Sales Insights for Organizers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Accessible Anywhere (Web &amp; Mobile Support)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🔐 Role-Based Access &amp; Secure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Scalable for Small to Large Events</a:t>
            </a:r>
          </a:p>
          <a:p>
            <a:pPr>
              <a:buNone/>
            </a:pP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Requires Stable Internet Connectivity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Payment Gateway Transaction Charges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🔄 High Server Load During Peak Bookings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🔒 Cybersecurity Risks if Not Properly Secured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🛠️ Maintenance &amp; Cloud Hosting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📉 Dependency on Third-Party Services (Payments, Cloud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1108</Words>
  <Application>Microsoft Office PowerPoint</Application>
  <PresentationFormat>Custom</PresentationFormat>
  <Paragraphs>337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Bookman Old Style</vt:lpstr>
      <vt:lpstr>Arial</vt:lpstr>
      <vt:lpstr>Calibri</vt:lpstr>
      <vt:lpstr>Times New Roman</vt:lpstr>
      <vt:lpstr>Cambria</vt:lpstr>
      <vt:lpstr>Arial Black</vt:lpstr>
      <vt:lpstr>Gotham Bold Italics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 Swamy Reddy</dc:creator>
  <cp:lastModifiedBy>saisai46329@outlook.com</cp:lastModifiedBy>
  <cp:revision>13</cp:revision>
  <dcterms:created xsi:type="dcterms:W3CDTF">2006-08-16T00:00:00Z</dcterms:created>
  <dcterms:modified xsi:type="dcterms:W3CDTF">2026-03-04T05:09:12Z</dcterms:modified>
  <dc:identifier>DAHCaYqJ9OU</dc:identifier>
</cp:coreProperties>
</file>